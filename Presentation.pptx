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DE2CA4-A790-6904-DB64-CDD2F85C7281}" v="173" dt="2025-09-15T18:11:38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-Charles Patry" userId="S::louis-charles.patry@polymtlus.ca::ac61b623-91e6-41cd-9964-16aa2f327563" providerId="AD" clId="Web-{C7DE2CA4-A790-6904-DB64-CDD2F85C7281}"/>
    <pc:docChg chg="addSld modSld">
      <pc:chgData name="Louis-Charles Patry" userId="S::louis-charles.patry@polymtlus.ca::ac61b623-91e6-41cd-9964-16aa2f327563" providerId="AD" clId="Web-{C7DE2CA4-A790-6904-DB64-CDD2F85C7281}" dt="2025-09-15T18:12:04.923" v="157"/>
      <pc:docMkLst>
        <pc:docMk/>
      </pc:docMkLst>
      <pc:sldChg chg="addSp delSp modSp mod setBg">
        <pc:chgData name="Louis-Charles Patry" userId="S::louis-charles.patry@polymtlus.ca::ac61b623-91e6-41cd-9964-16aa2f327563" providerId="AD" clId="Web-{C7DE2CA4-A790-6904-DB64-CDD2F85C7281}" dt="2025-09-15T17:59:08.203" v="5"/>
        <pc:sldMkLst>
          <pc:docMk/>
          <pc:sldMk cId="109857222" sldId="256"/>
        </pc:sldMkLst>
        <pc:spChg chg="mo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Louis-Charles Patry" userId="S::louis-charles.patry@polymtlus.ca::ac61b623-91e6-41cd-9964-16aa2f327563" providerId="AD" clId="Web-{C7DE2CA4-A790-6904-DB64-CDD2F85C7281}" dt="2025-09-15T17:58:59.562" v="3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9" creationId="{362D44EE-C852-4460-B8B5-C4F2BC20510C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11" creationId="{658970D8-8D1D-4B5C-894B-E871CC86543D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13" creationId="{F227E5B6-9132-43CA-B503-37A18562ADF2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15" creationId="{03C2051E-A88D-48E5-BACF-AAED17892722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17" creationId="{7821A508-2985-4905-874A-527429BAABFA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19" creationId="{D2929CB1-0E3C-4B2D-ADC5-0154FB33BA44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7:59:08.203" v="5"/>
          <ac:spMkLst>
            <pc:docMk/>
            <pc:sldMk cId="109857222" sldId="256"/>
            <ac:spMk id="21" creationId="{5F2F0C84-BE8C-4DC2-A6D3-30349A801D5C}"/>
          </ac:spMkLst>
        </pc:spChg>
        <pc:picChg chg="add mod">
          <ac:chgData name="Louis-Charles Patry" userId="S::louis-charles.patry@polymtlus.ca::ac61b623-91e6-41cd-9964-16aa2f327563" providerId="AD" clId="Web-{C7DE2CA4-A790-6904-DB64-CDD2F85C7281}" dt="2025-09-15T17:59:08.203" v="5"/>
          <ac:picMkLst>
            <pc:docMk/>
            <pc:sldMk cId="109857222" sldId="256"/>
            <ac:picMk id="4" creationId="{C6F72253-17AF-022C-FEC5-270448185A80}"/>
          </ac:picMkLst>
        </pc:picChg>
      </pc:sldChg>
      <pc:sldChg chg="addSp delSp modSp new">
        <pc:chgData name="Louis-Charles Patry" userId="S::louis-charles.patry@polymtlus.ca::ac61b623-91e6-41cd-9964-16aa2f327563" providerId="AD" clId="Web-{C7DE2CA4-A790-6904-DB64-CDD2F85C7281}" dt="2025-09-15T18:01:05.049" v="40" actId="1076"/>
        <pc:sldMkLst>
          <pc:docMk/>
          <pc:sldMk cId="1332079515" sldId="257"/>
        </pc:sldMkLst>
        <pc:spChg chg="mod">
          <ac:chgData name="Louis-Charles Patry" userId="S::louis-charles.patry@polymtlus.ca::ac61b623-91e6-41cd-9964-16aa2f327563" providerId="AD" clId="Web-{C7DE2CA4-A790-6904-DB64-CDD2F85C7281}" dt="2025-09-15T17:59:49.766" v="19" actId="20577"/>
          <ac:spMkLst>
            <pc:docMk/>
            <pc:sldMk cId="1332079515" sldId="257"/>
            <ac:spMk id="2" creationId="{63EADE00-87CD-91AE-A601-BFFAA1D1C004}"/>
          </ac:spMkLst>
        </pc:spChg>
        <pc:spChg chg="del">
          <ac:chgData name="Louis-Charles Patry" userId="S::louis-charles.patry@polymtlus.ca::ac61b623-91e6-41cd-9964-16aa2f327563" providerId="AD" clId="Web-{C7DE2CA4-A790-6904-DB64-CDD2F85C7281}" dt="2025-09-15T17:59:51.063" v="20"/>
          <ac:spMkLst>
            <pc:docMk/>
            <pc:sldMk cId="1332079515" sldId="257"/>
            <ac:spMk id="3" creationId="{A2D870A5-E5AE-8F3B-7E33-A970D0D3A602}"/>
          </ac:spMkLst>
        </pc:spChg>
        <pc:spChg chg="add mod">
          <ac:chgData name="Louis-Charles Patry" userId="S::louis-charles.patry@polymtlus.ca::ac61b623-91e6-41cd-9964-16aa2f327563" providerId="AD" clId="Web-{C7DE2CA4-A790-6904-DB64-CDD2F85C7281}" dt="2025-09-15T18:01:05.049" v="40" actId="1076"/>
          <ac:spMkLst>
            <pc:docMk/>
            <pc:sldMk cId="1332079515" sldId="257"/>
            <ac:spMk id="5" creationId="{6D2843F4-67E4-B25D-2BA2-7152ECE734EA}"/>
          </ac:spMkLst>
        </pc:spChg>
        <pc:spChg chg="add del mod">
          <ac:chgData name="Louis-Charles Patry" userId="S::louis-charles.patry@polymtlus.ca::ac61b623-91e6-41cd-9964-16aa2f327563" providerId="AD" clId="Web-{C7DE2CA4-A790-6904-DB64-CDD2F85C7281}" dt="2025-09-15T18:01:00.580" v="39"/>
          <ac:spMkLst>
            <pc:docMk/>
            <pc:sldMk cId="1332079515" sldId="257"/>
            <ac:spMk id="7" creationId="{51DE45F3-49E5-89AA-22EE-9A1278203E99}"/>
          </ac:spMkLst>
        </pc:spChg>
        <pc:picChg chg="add del mod ord">
          <ac:chgData name="Louis-Charles Patry" userId="S::louis-charles.patry@polymtlus.ca::ac61b623-91e6-41cd-9964-16aa2f327563" providerId="AD" clId="Web-{C7DE2CA4-A790-6904-DB64-CDD2F85C7281}" dt="2025-09-15T18:00:55.596" v="37"/>
          <ac:picMkLst>
            <pc:docMk/>
            <pc:sldMk cId="1332079515" sldId="257"/>
            <ac:picMk id="4" creationId="{745A6C32-9E37-689C-479F-21DC3644FD84}"/>
          </ac:picMkLst>
        </pc:picChg>
      </pc:sldChg>
      <pc:sldChg chg="addSp modSp new">
        <pc:chgData name="Louis-Charles Patry" userId="S::louis-charles.patry@polymtlus.ca::ac61b623-91e6-41cd-9964-16aa2f327563" providerId="AD" clId="Web-{C7DE2CA4-A790-6904-DB64-CDD2F85C7281}" dt="2025-09-15T18:08:01.070" v="97" actId="1076"/>
        <pc:sldMkLst>
          <pc:docMk/>
          <pc:sldMk cId="4168102659" sldId="258"/>
        </pc:sldMkLst>
        <pc:spChg chg="mod">
          <ac:chgData name="Louis-Charles Patry" userId="S::louis-charles.patry@polymtlus.ca::ac61b623-91e6-41cd-9964-16aa2f327563" providerId="AD" clId="Web-{C7DE2CA4-A790-6904-DB64-CDD2F85C7281}" dt="2025-09-15T18:03:33.786" v="46" actId="20577"/>
          <ac:spMkLst>
            <pc:docMk/>
            <pc:sldMk cId="4168102659" sldId="258"/>
            <ac:spMk id="2" creationId="{7E3830E1-A4C8-73F4-34DB-380EB00BF000}"/>
          </ac:spMkLst>
        </pc:spChg>
        <pc:spChg chg="mod">
          <ac:chgData name="Louis-Charles Patry" userId="S::louis-charles.patry@polymtlus.ca::ac61b623-91e6-41cd-9964-16aa2f327563" providerId="AD" clId="Web-{C7DE2CA4-A790-6904-DB64-CDD2F85C7281}" dt="2025-09-15T18:04:03.052" v="72" actId="20577"/>
          <ac:spMkLst>
            <pc:docMk/>
            <pc:sldMk cId="4168102659" sldId="258"/>
            <ac:spMk id="3" creationId="{798E28E3-2BF5-0951-65EC-6B8EC757A17B}"/>
          </ac:spMkLst>
        </pc:spChg>
        <pc:spChg chg="add mod">
          <ac:chgData name="Louis-Charles Patry" userId="S::louis-charles.patry@polymtlus.ca::ac61b623-91e6-41cd-9964-16aa2f327563" providerId="AD" clId="Web-{C7DE2CA4-A790-6904-DB64-CDD2F85C7281}" dt="2025-09-15T18:07:12.320" v="87" actId="1076"/>
          <ac:spMkLst>
            <pc:docMk/>
            <pc:sldMk cId="4168102659" sldId="258"/>
            <ac:spMk id="8" creationId="{90297C01-066A-55DA-E324-3024326FA85D}"/>
          </ac:spMkLst>
        </pc:spChg>
        <pc:spChg chg="add mod">
          <ac:chgData name="Louis-Charles Patry" userId="S::louis-charles.patry@polymtlus.ca::ac61b623-91e6-41cd-9964-16aa2f327563" providerId="AD" clId="Web-{C7DE2CA4-A790-6904-DB64-CDD2F85C7281}" dt="2025-09-15T18:07:37.742" v="92" actId="1076"/>
          <ac:spMkLst>
            <pc:docMk/>
            <pc:sldMk cId="4168102659" sldId="258"/>
            <ac:spMk id="9" creationId="{7C0D4CDA-FE8A-24BA-3F97-80157017F7BC}"/>
          </ac:spMkLst>
        </pc:spChg>
        <pc:spChg chg="add mod">
          <ac:chgData name="Louis-Charles Patry" userId="S::louis-charles.patry@polymtlus.ca::ac61b623-91e6-41cd-9964-16aa2f327563" providerId="AD" clId="Web-{C7DE2CA4-A790-6904-DB64-CDD2F85C7281}" dt="2025-09-15T18:08:01.070" v="97" actId="1076"/>
          <ac:spMkLst>
            <pc:docMk/>
            <pc:sldMk cId="4168102659" sldId="258"/>
            <ac:spMk id="10" creationId="{2340E353-F087-DF70-76B0-DC8FAED5F1BF}"/>
          </ac:spMkLst>
        </pc:spChg>
        <pc:picChg chg="add mod">
          <ac:chgData name="Louis-Charles Patry" userId="S::louis-charles.patry@polymtlus.ca::ac61b623-91e6-41cd-9964-16aa2f327563" providerId="AD" clId="Web-{C7DE2CA4-A790-6904-DB64-CDD2F85C7281}" dt="2025-09-15T18:04:12.255" v="74" actId="14100"/>
          <ac:picMkLst>
            <pc:docMk/>
            <pc:sldMk cId="4168102659" sldId="258"/>
            <ac:picMk id="5" creationId="{F6EC09B9-A44F-F4DE-1225-8C5A0544C51D}"/>
          </ac:picMkLst>
        </pc:picChg>
        <pc:picChg chg="add mod">
          <ac:chgData name="Louis-Charles Patry" userId="S::louis-charles.patry@polymtlus.ca::ac61b623-91e6-41cd-9964-16aa2f327563" providerId="AD" clId="Web-{C7DE2CA4-A790-6904-DB64-CDD2F85C7281}" dt="2025-09-15T18:05:04.193" v="78" actId="1076"/>
          <ac:picMkLst>
            <pc:docMk/>
            <pc:sldMk cId="4168102659" sldId="258"/>
            <ac:picMk id="6" creationId="{EB4D2CD8-6C45-3DAF-6D0C-CED1ADB9BEB2}"/>
          </ac:picMkLst>
        </pc:picChg>
        <pc:picChg chg="add mod">
          <ac:chgData name="Louis-Charles Patry" userId="S::louis-charles.patry@polymtlus.ca::ac61b623-91e6-41cd-9964-16aa2f327563" providerId="AD" clId="Web-{C7DE2CA4-A790-6904-DB64-CDD2F85C7281}" dt="2025-09-15T18:06:46.788" v="82" actId="1076"/>
          <ac:picMkLst>
            <pc:docMk/>
            <pc:sldMk cId="4168102659" sldId="258"/>
            <ac:picMk id="7" creationId="{DA6BBDF4-95DE-D104-9687-42ED6ADE6EA9}"/>
          </ac:picMkLst>
        </pc:picChg>
      </pc:sldChg>
      <pc:sldChg chg="addSp delSp modSp new mod setBg">
        <pc:chgData name="Louis-Charles Patry" userId="S::louis-charles.patry@polymtlus.ca::ac61b623-91e6-41cd-9964-16aa2f327563" providerId="AD" clId="Web-{C7DE2CA4-A790-6904-DB64-CDD2F85C7281}" dt="2025-09-15T18:12:04.923" v="157"/>
        <pc:sldMkLst>
          <pc:docMk/>
          <pc:sldMk cId="4089045293" sldId="259"/>
        </pc:sldMkLst>
        <pc:spChg chg="mod">
          <ac:chgData name="Louis-Charles Patry" userId="S::louis-charles.patry@polymtlus.ca::ac61b623-91e6-41cd-9964-16aa2f327563" providerId="AD" clId="Web-{C7DE2CA4-A790-6904-DB64-CDD2F85C7281}" dt="2025-09-15T18:12:04.923" v="157"/>
          <ac:spMkLst>
            <pc:docMk/>
            <pc:sldMk cId="4089045293" sldId="259"/>
            <ac:spMk id="2" creationId="{F9404CF7-91D8-0BA0-1869-8589DA9130F4}"/>
          </ac:spMkLst>
        </pc:spChg>
        <pc:spChg chg="del">
          <ac:chgData name="Louis-Charles Patry" userId="S::louis-charles.patry@polymtlus.ca::ac61b623-91e6-41cd-9964-16aa2f327563" providerId="AD" clId="Web-{C7DE2CA4-A790-6904-DB64-CDD2F85C7281}" dt="2025-09-15T18:11:38.547" v="156"/>
          <ac:spMkLst>
            <pc:docMk/>
            <pc:sldMk cId="4089045293" sldId="259"/>
            <ac:spMk id="3" creationId="{9D268B8D-9597-7AA6-D6F7-4691352F8376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8:12:04.923" v="157"/>
          <ac:spMkLst>
            <pc:docMk/>
            <pc:sldMk cId="4089045293" sldId="259"/>
            <ac:spMk id="7" creationId="{FFD48BC7-DC40-47DE-87EE-9F4B6ECB9ABB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8:12:04.923" v="157"/>
          <ac:spMkLst>
            <pc:docMk/>
            <pc:sldMk cId="4089045293" sldId="259"/>
            <ac:spMk id="9" creationId="{E502BBC7-2C76-46F3-BC24-5985BC13DB88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8:12:04.923" v="157"/>
          <ac:spMkLst>
            <pc:docMk/>
            <pc:sldMk cId="4089045293" sldId="259"/>
            <ac:spMk id="11" creationId="{C7F28D52-2A5F-4D23-81AE-7CB8B591C7AF}"/>
          </ac:spMkLst>
        </pc:spChg>
        <pc:spChg chg="add">
          <ac:chgData name="Louis-Charles Patry" userId="S::louis-charles.patry@polymtlus.ca::ac61b623-91e6-41cd-9964-16aa2f327563" providerId="AD" clId="Web-{C7DE2CA4-A790-6904-DB64-CDD2F85C7281}" dt="2025-09-15T18:12:04.923" v="157"/>
          <ac:spMkLst>
            <pc:docMk/>
            <pc:sldMk cId="4089045293" sldId="259"/>
            <ac:spMk id="13" creationId="{3629484E-3792-4B3D-89AD-7C8A1ED0E0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code.visualstudio.com/download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thon.org/" TargetMode="External"/><Relationship Id="rId5" Type="http://schemas.openxmlformats.org/officeDocument/2006/relationships/hyperlink" Target="https://git-scm.com/downloads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en-US" dirty="0"/>
              <a:t>Formation Git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Picture 3" descr="A red diamond with white dots and dots&#10;&#10;AI-generated content may be incorrect.">
            <a:extLst>
              <a:ext uri="{FF2B5EF4-FFF2-40B4-BE49-F238E27FC236}">
                <a16:creationId xmlns:a16="http://schemas.microsoft.com/office/drawing/2014/main" id="{C6F72253-17AF-022C-FEC5-270448185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ADE00-87CD-91AE-A601-BFFAA1D1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Mise </a:t>
            </a:r>
            <a:r>
              <a:rPr lang="en-US" dirty="0" err="1"/>
              <a:t>en</a:t>
            </a:r>
            <a:r>
              <a:rPr lang="en-US" dirty="0"/>
              <a:t> situation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843F4-67E4-B25D-2BA2-7152ECE734EA}"/>
              </a:ext>
            </a:extLst>
          </p:cNvPr>
          <p:cNvSpPr txBox="1"/>
          <p:nvPr/>
        </p:nvSpPr>
        <p:spPr>
          <a:xfrm>
            <a:off x="834081" y="1575486"/>
            <a:ext cx="978243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Tu es à la </a:t>
            </a:r>
            <a:r>
              <a:rPr lang="en-US" sz="2400" dirty="0" err="1"/>
              <a:t>compétition</a:t>
            </a:r>
            <a:r>
              <a:rPr lang="en-US" sz="2400" dirty="0"/>
              <a:t> </a:t>
            </a:r>
            <a:r>
              <a:rPr lang="en-US" sz="2400" b="1" dirty="0"/>
              <a:t>ACE</a:t>
            </a:r>
            <a:r>
              <a:rPr lang="en-US" sz="2400" dirty="0"/>
              <a:t>. Rien ne </a:t>
            </a:r>
            <a:r>
              <a:rPr lang="en-US" sz="2400" dirty="0" err="1"/>
              <a:t>va</a:t>
            </a:r>
            <a:r>
              <a:rPr lang="en-US" sz="2400" dirty="0"/>
              <a:t> : il </a:t>
            </a:r>
            <a:r>
              <a:rPr lang="en-US" sz="2400" dirty="0" err="1"/>
              <a:t>est</a:t>
            </a:r>
            <a:r>
              <a:rPr lang="en-US" sz="2400" dirty="0"/>
              <a:t> </a:t>
            </a:r>
            <a:r>
              <a:rPr lang="en-US" sz="2400" b="1" dirty="0"/>
              <a:t>3 AM</a:t>
            </a:r>
            <a:r>
              <a:rPr lang="en-US" sz="2400" dirty="0"/>
              <a:t>, et les </a:t>
            </a:r>
            <a:r>
              <a:rPr lang="en-US" sz="2400" dirty="0" err="1"/>
              <a:t>moteurs</a:t>
            </a:r>
            <a:r>
              <a:rPr lang="en-US" sz="2400" dirty="0"/>
              <a:t> </a:t>
            </a:r>
            <a:r>
              <a:rPr lang="en-US" sz="2400" dirty="0" err="1"/>
              <a:t>refusent</a:t>
            </a:r>
            <a:r>
              <a:rPr lang="en-US" sz="2400" dirty="0"/>
              <a:t> de </a:t>
            </a:r>
            <a:r>
              <a:rPr lang="en-US" sz="2400" dirty="0" err="1"/>
              <a:t>démarrer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 Impossible de </a:t>
            </a:r>
            <a:r>
              <a:rPr lang="en-US" sz="2400" dirty="0" err="1"/>
              <a:t>retrouver</a:t>
            </a:r>
            <a:r>
              <a:rPr lang="en-US" sz="2400" dirty="0"/>
              <a:t> la bonne version de ton code : </a:t>
            </a:r>
            <a:r>
              <a:rPr lang="en-US" sz="2400" dirty="0" err="1"/>
              <a:t>tu</a:t>
            </a:r>
            <a:r>
              <a:rPr lang="en-US" sz="2400" dirty="0"/>
              <a:t> </a:t>
            </a:r>
            <a:r>
              <a:rPr lang="en-US" sz="2400" dirty="0" err="1"/>
              <a:t>n’écoutais</a:t>
            </a:r>
            <a:r>
              <a:rPr lang="en-US" sz="2400" dirty="0"/>
              <a:t> pas les </a:t>
            </a:r>
            <a:r>
              <a:rPr lang="en-US" sz="2400" b="1" dirty="0"/>
              <a:t>GIGA Chad Programmers de PODI</a:t>
            </a:r>
            <a:r>
              <a:rPr lang="en-US" sz="2400" dirty="0"/>
              <a:t> </a:t>
            </a:r>
            <a:r>
              <a:rPr lang="en-US" sz="2400" dirty="0" err="1"/>
              <a:t>quand</a:t>
            </a:r>
            <a:r>
              <a:rPr lang="en-US" sz="2400" dirty="0"/>
              <a:t> </a:t>
            </a:r>
            <a:r>
              <a:rPr lang="en-US" sz="2400" dirty="0" err="1"/>
              <a:t>ils</a:t>
            </a:r>
            <a:r>
              <a:rPr lang="en-US" sz="2400" dirty="0"/>
              <a:t> </a:t>
            </a:r>
            <a:r>
              <a:rPr lang="en-US" sz="2400" dirty="0" err="1"/>
              <a:t>essayaient</a:t>
            </a:r>
            <a:r>
              <a:rPr lang="en-US" sz="2400" dirty="0"/>
              <a:t> de </a:t>
            </a:r>
            <a:r>
              <a:rPr lang="en-US" sz="2400" dirty="0" err="1"/>
              <a:t>t’expliquer</a:t>
            </a:r>
            <a:r>
              <a:rPr lang="en-US" sz="2400" dirty="0"/>
              <a:t> Git.</a:t>
            </a:r>
          </a:p>
          <a:p>
            <a:endParaRPr lang="en-US" sz="2400" dirty="0"/>
          </a:p>
          <a:p>
            <a:r>
              <a:rPr lang="en-US" sz="2400" dirty="0"/>
              <a:t>Mais tout </a:t>
            </a:r>
            <a:r>
              <a:rPr lang="en-US" sz="2400" dirty="0" err="1"/>
              <a:t>n’est</a:t>
            </a:r>
            <a:r>
              <a:rPr lang="en-US" sz="2400" dirty="0"/>
              <a:t> pas perdu : </a:t>
            </a:r>
            <a:r>
              <a:rPr lang="en-US" sz="2400" dirty="0" err="1"/>
              <a:t>tu</a:t>
            </a:r>
            <a:r>
              <a:rPr lang="en-US" sz="2400" dirty="0"/>
              <a:t> </a:t>
            </a:r>
            <a:r>
              <a:rPr lang="en-US" sz="2400" dirty="0" err="1"/>
              <a:t>te</a:t>
            </a:r>
            <a:r>
              <a:rPr lang="en-US" sz="2400" dirty="0"/>
              <a:t> </a:t>
            </a:r>
            <a:r>
              <a:rPr lang="en-US" sz="2400" dirty="0" err="1"/>
              <a:t>souviens</a:t>
            </a:r>
            <a:r>
              <a:rPr lang="en-US" sz="2400" dirty="0"/>
              <a:t> </a:t>
            </a:r>
            <a:r>
              <a:rPr lang="en-US" sz="2400" dirty="0" err="1"/>
              <a:t>qu’il</a:t>
            </a:r>
            <a:r>
              <a:rPr lang="en-US" sz="2400" dirty="0"/>
              <a:t> y </a:t>
            </a:r>
            <a:r>
              <a:rPr lang="en-US" sz="2400" dirty="0" err="1"/>
              <a:t>avait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</a:t>
            </a:r>
            <a:r>
              <a:rPr lang="en-US" sz="2400" b="1" dirty="0"/>
              <a:t>formation Git</a:t>
            </a:r>
            <a:r>
              <a:rPr lang="en-US" sz="2400" dirty="0"/>
              <a:t> dans Teams.</a:t>
            </a: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dirty="0" err="1"/>
              <a:t>C’est</a:t>
            </a:r>
            <a:r>
              <a:rPr lang="en-US" sz="2400" dirty="0"/>
              <a:t> le moment de </a:t>
            </a:r>
            <a:r>
              <a:rPr lang="en-US" sz="2400" dirty="0" err="1"/>
              <a:t>devenir</a:t>
            </a:r>
            <a:r>
              <a:rPr lang="en-US" sz="2400" dirty="0"/>
              <a:t> un </a:t>
            </a:r>
            <a:r>
              <a:rPr lang="en-US" sz="2400" dirty="0" err="1"/>
              <a:t>vrai</a:t>
            </a:r>
            <a:r>
              <a:rPr lang="en-US" sz="2400" dirty="0"/>
              <a:t> </a:t>
            </a:r>
            <a:r>
              <a:rPr lang="en-US" sz="2400" b="1" dirty="0"/>
              <a:t>GIGA Chad Programmer</a:t>
            </a:r>
            <a:r>
              <a:rPr lang="en-US" sz="2400" dirty="0"/>
              <a:t> 🦾.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79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30E1-A4C8-73F4-34DB-380EB00B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1st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E28E3-2BF5-0951-65EC-6B8EC757A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Vérifie</a:t>
            </a:r>
            <a:r>
              <a:rPr lang="en-US" dirty="0"/>
              <a:t> que </a:t>
            </a:r>
            <a:r>
              <a:rPr lang="en-US" dirty="0" err="1"/>
              <a:t>tu</a:t>
            </a:r>
            <a:r>
              <a:rPr lang="en-US" dirty="0"/>
              <a:t> as Git, python et vs code </a:t>
            </a:r>
            <a:r>
              <a:rPr lang="en-US" dirty="0" err="1"/>
              <a:t>d'installés</a:t>
            </a:r>
          </a:p>
        </p:txBody>
      </p:sp>
      <p:pic>
        <p:nvPicPr>
          <p:cNvPr id="5" name="Picture 4" descr="A red diamond with white dots and dots&#10;&#10;AI-generated content may be incorrect.">
            <a:extLst>
              <a:ext uri="{FF2B5EF4-FFF2-40B4-BE49-F238E27FC236}">
                <a16:creationId xmlns:a16="http://schemas.microsoft.com/office/drawing/2014/main" id="{F6EC09B9-A44F-F4DE-1225-8C5A0544C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3131855"/>
            <a:ext cx="2645114" cy="2645114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pic>
        <p:nvPicPr>
          <p:cNvPr id="6" name="Picture 5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EB4D2CD8-6C45-3DAF-6D0C-CED1ADB9B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411" y="3235410"/>
            <a:ext cx="2436341" cy="2436341"/>
          </a:xfrm>
          <a:prstGeom prst="rect">
            <a:avLst/>
          </a:prstGeom>
        </p:spPr>
      </p:pic>
      <p:pic>
        <p:nvPicPr>
          <p:cNvPr id="7" name="Picture 6" descr="A blue triangle with a cross&#10;&#10;AI-generated content may be incorrect.">
            <a:extLst>
              <a:ext uri="{FF2B5EF4-FFF2-40B4-BE49-F238E27FC236}">
                <a16:creationId xmlns:a16="http://schemas.microsoft.com/office/drawing/2014/main" id="{DA6BBDF4-95DE-D104-9687-42ED6ADE6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615" y="3426425"/>
            <a:ext cx="1848364" cy="18483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297C01-066A-55DA-E324-3024326FA85D}"/>
              </a:ext>
            </a:extLst>
          </p:cNvPr>
          <p:cNvSpPr txBox="1"/>
          <p:nvPr/>
        </p:nvSpPr>
        <p:spPr>
          <a:xfrm>
            <a:off x="543697" y="6001265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5"/>
              </a:rPr>
              <a:t>https://git-scm.com/downloads</a:t>
            </a:r>
            <a:r>
              <a:rPr lang="en-US" dirty="0"/>
              <a:t> 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D4CDA-FE8A-24BA-3F97-80157017F7BC}"/>
              </a:ext>
            </a:extLst>
          </p:cNvPr>
          <p:cNvSpPr txBox="1"/>
          <p:nvPr/>
        </p:nvSpPr>
        <p:spPr>
          <a:xfrm>
            <a:off x="4508157" y="600126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6"/>
              </a:rPr>
              <a:t>https://www.python.org/</a:t>
            </a:r>
            <a:r>
              <a:rPr lang="en-US" dirty="0"/>
              <a:t>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0E353-F087-DF70-76B0-DC8FAED5F1BF}"/>
              </a:ext>
            </a:extLst>
          </p:cNvPr>
          <p:cNvSpPr txBox="1"/>
          <p:nvPr/>
        </p:nvSpPr>
        <p:spPr>
          <a:xfrm>
            <a:off x="8421130" y="5671751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7"/>
              </a:rPr>
              <a:t>https://code.visualstudio.com/download</a:t>
            </a:r>
            <a:r>
              <a:rPr lang="en-US" dirty="0"/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0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04CF7-91D8-0BA0-1869-8589DA913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Réfères toi à l'énoncé pour les prochaines étapes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045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155E3CBB5D0F409C547EBD5695A33B" ma:contentTypeVersion="17" ma:contentTypeDescription="Create a new document." ma:contentTypeScope="" ma:versionID="f3ea1719b5f70c12bf2d51dae64e16ae">
  <xsd:schema xmlns:xsd="http://www.w3.org/2001/XMLSchema" xmlns:xs="http://www.w3.org/2001/XMLSchema" xmlns:p="http://schemas.microsoft.com/office/2006/metadata/properties" xmlns:ns2="2fb06902-64c4-4738-82f2-a56ceb454a48" xmlns:ns3="cc29a5ec-78c0-4063-8c84-3fdf50f4a310" targetNamespace="http://schemas.microsoft.com/office/2006/metadata/properties" ma:root="true" ma:fieldsID="535feab7444345aa284a3e3fd10c4975" ns2:_="" ns3:_="">
    <xsd:import namespace="2fb06902-64c4-4738-82f2-a56ceb454a48"/>
    <xsd:import namespace="cc29a5ec-78c0-4063-8c84-3fdf50f4a3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b06902-64c4-4738-82f2-a56ceb454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f476608-de7c-404e-abc8-afb03e5b2e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29a5ec-78c0-4063-8c84-3fdf50f4a31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b41507-8828-4eb9-b085-747e28b109a4}" ma:internalName="TaxCatchAll" ma:showField="CatchAllData" ma:web="cc29a5ec-78c0-4063-8c84-3fdf50f4a3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29a5ec-78c0-4063-8c84-3fdf50f4a310" xsi:nil="true"/>
    <lcf76f155ced4ddcb4097134ff3c332f xmlns="2fb06902-64c4-4738-82f2-a56ceb454a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BD21E04-CB57-42FB-BA0C-0FCDBF87A7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FB422D-0C81-4E51-A588-CA55532D9D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b06902-64c4-4738-82f2-a56ceb454a48"/>
    <ds:schemaRef ds:uri="cc29a5ec-78c0-4063-8c84-3fdf50f4a3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8C35BE-31F8-463F-AAA9-65F5B0F421BE}">
  <ds:schemaRefs>
    <ds:schemaRef ds:uri="http://schemas.microsoft.com/office/2006/metadata/properties"/>
    <ds:schemaRef ds:uri="http://schemas.microsoft.com/office/infopath/2007/PartnerControls"/>
    <ds:schemaRef ds:uri="cc29a5ec-78c0-4063-8c84-3fdf50f4a310"/>
    <ds:schemaRef ds:uri="2fb06902-64c4-4738-82f2-a56ceb454a4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Formation Git</vt:lpstr>
      <vt:lpstr>Mise en situation</vt:lpstr>
      <vt:lpstr>1st Step</vt:lpstr>
      <vt:lpstr>Réfères toi à l'énoncé pour les prochaines étapes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44</cp:revision>
  <dcterms:created xsi:type="dcterms:W3CDTF">2025-09-15T17:57:31Z</dcterms:created>
  <dcterms:modified xsi:type="dcterms:W3CDTF">2025-09-15T18:12:05Z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0x0101003B155E3CBB5D0F409C547EBD5695A33B</vt:lpwstr>
  </property>
  <property fmtid="{D5CDD505-2E9C-101B-9397-08002B2CF9AE}" pid="3" name="MediaServiceImageTags">
    <vt:lpwstr/>
  </property>
</Properties>
</file>